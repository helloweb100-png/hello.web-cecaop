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 varScale="1">
        <p:scale>
          <a:sx n="85" d="100"/>
          <a:sy n="85" d="100"/>
        </p:scale>
        <p:origin x="45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64A4D8-FCED-41F0-97B9-7CE4C411D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4409CE-1E67-46A4-84C6-AF3722788E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DB17FD-3BF8-4E47-895C-D120291A3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523E5-2321-4EFC-A00D-05B23CB89F5F}" type="datetimeFigureOut">
              <a:rPr lang="es-MX" smtClean="0"/>
              <a:t>16/10/2026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AC3215-BC6D-4DBF-84D5-4E67DCE64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E8E936-3A0C-40DD-949A-9ECD62360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F37E6-289E-42B0-9AEF-0ADD4308C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669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2901F8-DDE6-45B3-A3B1-148AAEDE2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68A06B-77BE-4CD5-942C-3FE25485D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809A56-53E6-4C3E-8448-7FDEFDDDD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523E5-2321-4EFC-A00D-05B23CB89F5F}" type="datetimeFigureOut">
              <a:rPr lang="es-MX" smtClean="0"/>
              <a:t>16/10/2026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E6F9E0-FE3A-4783-963E-381D009D2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55293D-303A-4BCD-B2CC-739D81F3F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F37E6-289E-42B0-9AEF-0ADD4308C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84000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A1ED82-66A7-4F52-8028-E7DB67EE4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B4C53A-8E2C-4B6A-8F7E-8AF9D5481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0F5920-50B8-40FB-9221-10F1B991E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523E5-2321-4EFC-A00D-05B23CB89F5F}" type="datetimeFigureOut">
              <a:rPr lang="es-MX" smtClean="0"/>
              <a:t>16/10/2026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992DE9-32C4-4115-AFFF-4DACD5EF8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2D57A8-7761-437B-9E78-34DD1DD07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F37E6-289E-42B0-9AEF-0ADD4308C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44524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7C5469-D5CF-4159-B791-90EF91692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B9AE73-893F-4E43-BA1B-870DE29F8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5EB92B2-1E7A-4C42-9C87-4CB3BCCBF0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5BDA0E-DECA-4873-B7B4-622765A2A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523E5-2321-4EFC-A00D-05B23CB89F5F}" type="datetimeFigureOut">
              <a:rPr lang="es-MX" smtClean="0"/>
              <a:t>16/10/2026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8CBF1D-467F-4DBC-8458-F311CFDA7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CF4C54-CD43-4020-A73D-0767661EB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F37E6-289E-42B0-9AEF-0ADD4308C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24864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A11731-637F-4478-AE13-88C24B82C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8AB8E8-B70A-4323-B911-474B231A1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4B7AC7F-51AE-432F-B013-057E1CAC40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225D969-9A35-409E-BD19-89E98E56C6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57437B2-A4E8-4768-A633-BC6262ABD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CF13588-010B-4F90-AD66-229B99A7E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523E5-2321-4EFC-A00D-05B23CB89F5F}" type="datetimeFigureOut">
              <a:rPr lang="es-MX" smtClean="0"/>
              <a:t>16/10/2026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0B1A940-B265-413A-B401-3C65A1F79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58B5530-FA45-4C1C-A8C9-DDCC7F652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F37E6-289E-42B0-9AEF-0ADD4308C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4635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3EB42-CC13-4070-96F3-D62C220E3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712DF64-37EB-4A28-8314-7FD789FC6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523E5-2321-4EFC-A00D-05B23CB89F5F}" type="datetimeFigureOut">
              <a:rPr lang="es-MX" smtClean="0"/>
              <a:t>16/10/2026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636642B-7FE7-4ADD-9B54-027DFDE67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45D83E0-E880-4033-9F2F-4273E646A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F37E6-289E-42B0-9AEF-0ADD4308C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9834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D927227-E44F-4BCA-89F0-E028119CC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523E5-2321-4EFC-A00D-05B23CB89F5F}" type="datetimeFigureOut">
              <a:rPr lang="es-MX" smtClean="0"/>
              <a:t>16/10/2026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5704872-FD37-4270-82DB-C4463795F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8CEC01-24A8-4E88-8DDE-F8628720A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F37E6-289E-42B0-9AEF-0ADD4308C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23493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03B850-077D-4000-8685-811E77597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04FD43-B55F-4830-9089-6C70F6D81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53150FB-EAAB-4B7F-B88C-01D5406AB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528C6B4-3470-429B-ABFD-4F3F9D714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523E5-2321-4EFC-A00D-05B23CB89F5F}" type="datetimeFigureOut">
              <a:rPr lang="es-MX" smtClean="0"/>
              <a:t>16/10/2026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4BA828F-0A22-48CE-87E1-578C0A60A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E5E15F7-01DC-485A-91CD-E3194A094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F37E6-289E-42B0-9AEF-0ADD4308C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64868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1B5B6D-128E-4DBF-B4FB-F7F818F3F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3D47C60-C225-4623-A442-3B59D4F2E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456BA8B-C2F8-4597-90F3-6D12ABB7D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554B95F-C13A-4468-A911-DD433CD83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523E5-2321-4EFC-A00D-05B23CB89F5F}" type="datetimeFigureOut">
              <a:rPr lang="es-MX" smtClean="0"/>
              <a:t>16/10/2026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2204994-70ED-4A5B-AEFA-7B710BDA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5651BB8-6B36-40E3-87D5-FDC8756C4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F37E6-289E-42B0-9AEF-0ADD4308C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02666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5ABAAB-2240-4EEC-AA4C-160B07A22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127F448-41DD-4093-A661-B906BE19F4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66DDFA-7A84-4C3C-A479-FECDB4CFE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523E5-2321-4EFC-A00D-05B23CB89F5F}" type="datetimeFigureOut">
              <a:rPr lang="es-MX" smtClean="0"/>
              <a:t>16/10/2026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8C215B-613E-4842-B6A4-298A06CA1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4C7D27-E6ED-40E5-ADBB-AEB9F6D57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F37E6-289E-42B0-9AEF-0ADD4308C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10425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45A55A2-F9DE-4E56-A9F6-E97650DD6B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173211B-C8C9-421E-A013-D3FB0C7E7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7638CB-54F1-4F6A-9763-252269DFF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523E5-2321-4EFC-A00D-05B23CB89F5F}" type="datetimeFigureOut">
              <a:rPr lang="es-MX" smtClean="0"/>
              <a:t>16/10/2026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4EE143-2773-44C7-8785-D7904830F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9E03D3-CED5-458C-8257-1665ABAAC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F37E6-289E-42B0-9AEF-0ADD4308C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64951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8912549-82AD-442E-BD9E-1BC5C8AF0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EBC9B4-38D8-4DB2-B873-6B8AE295A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9C0BA1-F4F2-48B0-AAB3-2A411B9ECD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2523E5-2321-4EFC-A00D-05B23CB89F5F}" type="datetimeFigureOut">
              <a:rPr lang="es-MX" smtClean="0"/>
              <a:t>16/10/2026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529DCC-4177-4F74-939E-FB4598BCA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763ADB-149F-4383-A0BF-9A8CEBD831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5F37E6-289E-42B0-9AEF-0ADD4308C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18490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227DD6-B9D3-4B62-A96A-095802097A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895587-9EBE-4548-98DD-4D35B5D2EC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0B72C1E-7060-4BF1-AB10-0D5EBA095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431" y="1287594"/>
            <a:ext cx="8977138" cy="428281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F7EF48A-430D-415D-8231-6700A8341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668" y="1709995"/>
            <a:ext cx="2362405" cy="533446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A1ACC859-DD64-48A3-AEF9-A21C492724AB}"/>
              </a:ext>
            </a:extLst>
          </p:cNvPr>
          <p:cNvCxnSpPr/>
          <p:nvPr/>
        </p:nvCxnSpPr>
        <p:spPr>
          <a:xfrm>
            <a:off x="762000" y="877437"/>
            <a:ext cx="1524000" cy="10399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A6713EDE-0CFE-4E0C-805D-4B946ED02F51}"/>
              </a:ext>
            </a:extLst>
          </p:cNvPr>
          <p:cNvSpPr txBox="1"/>
          <p:nvPr/>
        </p:nvSpPr>
        <p:spPr>
          <a:xfrm>
            <a:off x="277906" y="235482"/>
            <a:ext cx="5181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Anexar la información centro </a:t>
            </a:r>
            <a:r>
              <a:rPr lang="es-MX" dirty="0" err="1"/>
              <a:t>cecaop</a:t>
            </a:r>
            <a:r>
              <a:rPr lang="es-MX" dirty="0"/>
              <a:t> “ cesar enrique </a:t>
            </a:r>
            <a:r>
              <a:rPr lang="es-MX" dirty="0" err="1"/>
              <a:t>rodriguez</a:t>
            </a:r>
            <a:r>
              <a:rPr lang="es-MX" dirty="0"/>
              <a:t> cortes  </a:t>
            </a:r>
            <a:r>
              <a:rPr lang="es-MX" dirty="0" err="1"/>
              <a:t>sct</a:t>
            </a:r>
            <a:r>
              <a:rPr lang="es-MX" dirty="0"/>
              <a:t>/000219 y sct0000344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5276763-4397-49DF-BA50-6A3CBB6AD5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3174" y="5097924"/>
            <a:ext cx="365792" cy="47248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B414EE16-4B8E-4DF7-9600-233B96BE4578}"/>
              </a:ext>
            </a:extLst>
          </p:cNvPr>
          <p:cNvSpPr txBox="1"/>
          <p:nvPr/>
        </p:nvSpPr>
        <p:spPr>
          <a:xfrm>
            <a:off x="5262282" y="5735636"/>
            <a:ext cx="5181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Tener 2 </a:t>
            </a:r>
            <a:r>
              <a:rPr lang="es-MX" dirty="0" err="1"/>
              <a:t>whatssap</a:t>
            </a:r>
            <a:r>
              <a:rPr lang="es-MX" dirty="0"/>
              <a:t> atención a clientes </a:t>
            </a:r>
            <a:r>
              <a:rPr lang="es-MX" dirty="0" err="1"/>
              <a:t>Ags</a:t>
            </a:r>
            <a:r>
              <a:rPr lang="es-MX" dirty="0"/>
              <a:t>  449 960 74 50 7 león 477 467 9810 cada ciudad con su icono  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542E8772-6656-4A42-AD58-9A7ABEBFF1E3}"/>
              </a:ext>
            </a:extLst>
          </p:cNvPr>
          <p:cNvCxnSpPr>
            <a:cxnSpLocks/>
          </p:cNvCxnSpPr>
          <p:nvPr/>
        </p:nvCxnSpPr>
        <p:spPr>
          <a:xfrm flipH="1">
            <a:off x="9834283" y="5570405"/>
            <a:ext cx="609598" cy="2656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0A852B5E-CA3D-4C47-87F6-E7FACEF64066}"/>
              </a:ext>
            </a:extLst>
          </p:cNvPr>
          <p:cNvCxnSpPr>
            <a:cxnSpLocks/>
          </p:cNvCxnSpPr>
          <p:nvPr/>
        </p:nvCxnSpPr>
        <p:spPr>
          <a:xfrm flipH="1">
            <a:off x="7188354" y="5570405"/>
            <a:ext cx="2078472" cy="5069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0431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6FA505-716C-4AD0-9F3B-C528170B9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4FDC8F-86F0-4E5D-9DA6-3AED5462B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F999930-2A7E-4754-80B6-4C4E02D85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33" y="990388"/>
            <a:ext cx="11926334" cy="487722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994DC26-B09C-462C-8588-02A9E265E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6005" y="4374978"/>
            <a:ext cx="2275132" cy="65422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A9788CC-2F2F-4075-B299-5CFD456329C6}"/>
              </a:ext>
            </a:extLst>
          </p:cNvPr>
          <p:cNvSpPr txBox="1"/>
          <p:nvPr/>
        </p:nvSpPr>
        <p:spPr>
          <a:xfrm>
            <a:off x="1456764" y="4781781"/>
            <a:ext cx="797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highlight>
                  <a:srgbClr val="FFFF00"/>
                </a:highlight>
              </a:rPr>
              <a:t>AGS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BB473BF-AE1A-4139-8D2A-49D2294337BB}"/>
              </a:ext>
            </a:extLst>
          </p:cNvPr>
          <p:cNvSpPr txBox="1"/>
          <p:nvPr/>
        </p:nvSpPr>
        <p:spPr>
          <a:xfrm>
            <a:off x="3590364" y="4814544"/>
            <a:ext cx="797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highlight>
                  <a:srgbClr val="FFFF00"/>
                </a:highlight>
              </a:rPr>
              <a:t>LEON 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27195156-7B65-446B-89B2-0359C4DA5AD0}"/>
              </a:ext>
            </a:extLst>
          </p:cNvPr>
          <p:cNvCxnSpPr>
            <a:cxnSpLocks/>
          </p:cNvCxnSpPr>
          <p:nvPr/>
        </p:nvCxnSpPr>
        <p:spPr>
          <a:xfrm flipH="1" flipV="1">
            <a:off x="1739153" y="5151113"/>
            <a:ext cx="515470" cy="11607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0B1CEEAC-254D-4F41-AE3F-52DC5D75B6C9}"/>
              </a:ext>
            </a:extLst>
          </p:cNvPr>
          <p:cNvCxnSpPr>
            <a:cxnSpLocks/>
          </p:cNvCxnSpPr>
          <p:nvPr/>
        </p:nvCxnSpPr>
        <p:spPr>
          <a:xfrm flipV="1">
            <a:off x="2492188" y="5029201"/>
            <a:ext cx="1502577" cy="12550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7D2C892-05CA-4338-A1E6-48AE2BA2CEC9}"/>
              </a:ext>
            </a:extLst>
          </p:cNvPr>
          <p:cNvSpPr txBox="1"/>
          <p:nvPr/>
        </p:nvSpPr>
        <p:spPr>
          <a:xfrm>
            <a:off x="1766046" y="6226836"/>
            <a:ext cx="1824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highlight>
                  <a:srgbClr val="FFFF00"/>
                </a:highlight>
              </a:rPr>
              <a:t>AGREGAR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C88A3342-7253-4C7A-ADBE-426FACC8D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734" y="3076951"/>
            <a:ext cx="2275132" cy="654222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D651AB92-9705-4E12-A7B2-AB3F2B6A9756}"/>
              </a:ext>
            </a:extLst>
          </p:cNvPr>
          <p:cNvSpPr txBox="1"/>
          <p:nvPr/>
        </p:nvSpPr>
        <p:spPr>
          <a:xfrm>
            <a:off x="4991137" y="3202112"/>
            <a:ext cx="2017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highlight>
                  <a:srgbClr val="FFFF00"/>
                </a:highlight>
              </a:rPr>
              <a:t>Video ………….….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A65E7146-8908-4C75-9E02-BB36978858CD}"/>
              </a:ext>
            </a:extLst>
          </p:cNvPr>
          <p:cNvCxnSpPr>
            <a:cxnSpLocks/>
            <a:stCxn id="3" idx="2"/>
          </p:cNvCxnSpPr>
          <p:nvPr/>
        </p:nvCxnSpPr>
        <p:spPr>
          <a:xfrm flipH="1" flipV="1">
            <a:off x="5982120" y="3569179"/>
            <a:ext cx="113880" cy="26077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74C6F98-4138-4D9B-9FD9-15CFC5A40912}"/>
              </a:ext>
            </a:extLst>
          </p:cNvPr>
          <p:cNvSpPr txBox="1"/>
          <p:nvPr/>
        </p:nvSpPr>
        <p:spPr>
          <a:xfrm>
            <a:off x="5540187" y="6127234"/>
            <a:ext cx="37651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highlight>
                  <a:srgbClr val="FFFF00"/>
                </a:highlight>
              </a:rPr>
              <a:t>Video donde venga la información del programa y los temas a tomar</a:t>
            </a:r>
          </a:p>
        </p:txBody>
      </p:sp>
    </p:spTree>
    <p:extLst>
      <p:ext uri="{BB962C8B-B14F-4D97-AF65-F5344CB8AC3E}">
        <p14:creationId xmlns:p14="http://schemas.microsoft.com/office/powerpoint/2010/main" val="1042713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6C936-6FC9-4749-8692-1A1448AA7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C324FBA-60FA-4E60-93C3-5A93EA716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729" y="620670"/>
            <a:ext cx="7996518" cy="448126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EC6A1AA-26FB-40CF-B906-ECBD831CC772}"/>
              </a:ext>
            </a:extLst>
          </p:cNvPr>
          <p:cNvSpPr txBox="1"/>
          <p:nvPr/>
        </p:nvSpPr>
        <p:spPr>
          <a:xfrm>
            <a:off x="2321859" y="5513294"/>
            <a:ext cx="50023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Metele</a:t>
            </a:r>
            <a:r>
              <a:rPr lang="es-MX" dirty="0"/>
              <a:t> un banner donde se vea esta especie de imagen y que el </a:t>
            </a:r>
            <a:r>
              <a:rPr lang="es-MX" dirty="0" err="1"/>
              <a:t>camion</a:t>
            </a:r>
            <a:r>
              <a:rPr lang="es-MX" dirty="0"/>
              <a:t> tenga nuestro logotipo de </a:t>
            </a:r>
            <a:r>
              <a:rPr lang="es-MX" dirty="0" err="1"/>
              <a:t>truckdriver</a:t>
            </a:r>
            <a:endParaRPr lang="es-MX"/>
          </a:p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453956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72</Words>
  <Application>Microsoft Office PowerPoint</Application>
  <PresentationFormat>Panorámica</PresentationFormat>
  <Paragraphs>8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CESAR ENRIQUE RODRIGUEZ CORTES</dc:creator>
  <cp:lastModifiedBy>CESAR ENRIQUE RODRIGUEZ CORTES</cp:lastModifiedBy>
  <cp:revision>4</cp:revision>
  <dcterms:created xsi:type="dcterms:W3CDTF">2026-10-16T22:07:55Z</dcterms:created>
  <dcterms:modified xsi:type="dcterms:W3CDTF">2026-10-16T22:42:52Z</dcterms:modified>
</cp:coreProperties>
</file>